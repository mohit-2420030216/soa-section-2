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3754470" y="2936475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22-9-26</a:t>
            </a:r>
          </a:p>
        </p:txBody>
      </p:sp>
      <p:pic>
        <p:nvPicPr>
          <p:cNvPr id="28" name="table">
            <a:extLst>
              <a:ext uri="{FF2B5EF4-FFF2-40B4-BE49-F238E27FC236}">
                <a16:creationId xmlns:a16="http://schemas.microsoft.com/office/drawing/2014/main" id="{F7279B08-1615-326B-9FDC-4DFE8F390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129" y="4966771"/>
            <a:ext cx="3702050" cy="12192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797138" y="4833820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</p:grpSp>
      <p:pic>
        <p:nvPicPr>
          <p:cNvPr id="37" name="table">
            <a:extLst>
              <a:ext uri="{FF2B5EF4-FFF2-40B4-BE49-F238E27FC236}">
                <a16:creationId xmlns:a16="http://schemas.microsoft.com/office/drawing/2014/main" id="{C31FD2A4-E4C8-DF47-360F-32BE6CBF8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8858" y="4842386"/>
            <a:ext cx="6624227" cy="1582225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1201377" y="4630809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</p:grpSp>
      <p:sp>
        <p:nvSpPr>
          <p:cNvPr id="39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/>
        </p:nvSpPr>
        <p:spPr>
          <a:xfrm>
            <a:off x="1597058" y="64246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40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/>
        </p:nvSpPr>
        <p:spPr>
          <a:xfrm>
            <a:off x="4797458" y="64246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SOA Project Review-1</a:t>
            </a:r>
          </a:p>
        </p:txBody>
      </p:sp>
      <p:sp>
        <p:nvSpPr>
          <p:cNvPr id="41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/>
        </p:nvSpPr>
        <p:spPr>
          <a:xfrm>
            <a:off x="9369458" y="64246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AD1135-6E10-4422-AC8B-257B84239C9C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1397033" y="837529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Student Result Processing and Academic Performance Analysis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238" y="68262"/>
            <a:ext cx="1942620" cy="622550"/>
          </a:xfrm>
          <a:prstGeom prst="rect">
            <a:avLst/>
          </a:prstGeom>
        </p:spPr>
      </p:pic>
      <p:sp>
        <p:nvSpPr>
          <p:cNvPr id="4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1497045" y="879119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1497045" y="2315068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5163-F170-E4F7-8A79-97787BBB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7FC1-1482-6BD3-03FA-B5B798B99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0" y="1439126"/>
            <a:ext cx="11492060" cy="533874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Student Result Management System</a:t>
            </a:r>
            <a:r>
              <a:rPr lang="en-US" dirty="0"/>
              <a:t> is designed as a </a:t>
            </a:r>
            <a:r>
              <a:rPr lang="en-US" b="1" dirty="0"/>
              <a:t>Java-based desktop application</a:t>
            </a:r>
            <a:r>
              <a:rPr lang="en-US" dirty="0"/>
              <a:t> for managing student details and examination results. The system provides separate functionalities for administrators and students.</a:t>
            </a:r>
          </a:p>
          <a:p>
            <a:r>
              <a:rPr lang="en-US" dirty="0"/>
              <a:t>The project uses </a:t>
            </a:r>
            <a:r>
              <a:rPr lang="en-US" b="1" dirty="0"/>
              <a:t>Java Swing and AWT</a:t>
            </a:r>
            <a:r>
              <a:rPr lang="en-US" dirty="0"/>
              <a:t> for designing the graphical user interface and </a:t>
            </a:r>
            <a:r>
              <a:rPr lang="en-US" b="1" dirty="0"/>
              <a:t>MySQL</a:t>
            </a:r>
            <a:r>
              <a:rPr lang="en-US" dirty="0"/>
              <a:t> for storing student and result information. </a:t>
            </a:r>
            <a:r>
              <a:rPr lang="en-US" b="1" dirty="0"/>
              <a:t>JDBC (Java Database Connectivity)</a:t>
            </a:r>
            <a:r>
              <a:rPr lang="en-US" dirty="0"/>
              <a:t> is used to connect the Java application with the MySQL database.</a:t>
            </a:r>
          </a:p>
          <a:p>
            <a:r>
              <a:rPr lang="en-US" b="1" dirty="0"/>
              <a:t>Main components of the design</a:t>
            </a:r>
          </a:p>
          <a:p>
            <a:r>
              <a:rPr lang="en-US" b="1" dirty="0"/>
              <a:t>Administrator Module</a:t>
            </a:r>
            <a:endParaRPr lang="en-US" dirty="0"/>
          </a:p>
          <a:p>
            <a:r>
              <a:rPr lang="en-US" dirty="0"/>
              <a:t>Admin Login </a:t>
            </a:r>
          </a:p>
          <a:p>
            <a:r>
              <a:rPr lang="en-US" dirty="0"/>
              <a:t>Add New Student </a:t>
            </a:r>
          </a:p>
          <a:p>
            <a:r>
              <a:rPr lang="en-US" dirty="0"/>
              <a:t>Add Student Result </a:t>
            </a:r>
          </a:p>
          <a:p>
            <a:r>
              <a:rPr lang="en-US" dirty="0"/>
              <a:t>View All Registered Students </a:t>
            </a:r>
          </a:p>
          <a:p>
            <a:r>
              <a:rPr lang="en-US" dirty="0"/>
              <a:t>View All Student Results</a:t>
            </a:r>
          </a:p>
          <a:p>
            <a:r>
              <a:rPr lang="en-US" b="1" dirty="0"/>
              <a:t>Student Module</a:t>
            </a:r>
            <a:endParaRPr lang="en-US" dirty="0"/>
          </a:p>
          <a:p>
            <a:r>
              <a:rPr lang="en-US" dirty="0"/>
              <a:t>Student Login </a:t>
            </a:r>
          </a:p>
          <a:p>
            <a:r>
              <a:rPr lang="en-US" dirty="0"/>
              <a:t>View Result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4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Student Result System Architecture">
            <a:extLst>
              <a:ext uri="{FF2B5EF4-FFF2-40B4-BE49-F238E27FC236}">
                <a16:creationId xmlns:a16="http://schemas.microsoft.com/office/drawing/2014/main" id="{455CD6AB-7221-0BA4-2147-CE02B91460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6F11091-F859-2D24-BE1B-895BCB03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273" y="30439"/>
            <a:ext cx="5960460" cy="6492322"/>
          </a:xfrm>
        </p:spPr>
      </p:pic>
    </p:spTree>
    <p:extLst>
      <p:ext uri="{BB962C8B-B14F-4D97-AF65-F5344CB8AC3E}">
        <p14:creationId xmlns:p14="http://schemas.microsoft.com/office/powerpoint/2010/main" val="13176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319A3-7338-9E83-42B1-06910D68D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588" y="194788"/>
            <a:ext cx="5839573" cy="6130598"/>
          </a:xfrm>
        </p:spPr>
      </p:pic>
    </p:spTree>
    <p:extLst>
      <p:ext uri="{BB962C8B-B14F-4D97-AF65-F5344CB8AC3E}">
        <p14:creationId xmlns:p14="http://schemas.microsoft.com/office/powerpoint/2010/main" val="137329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8B05-2BBE-6CEF-414D-F4B2DA6D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799"/>
          </a:xfrm>
        </p:spPr>
        <p:txBody>
          <a:bodyPr/>
          <a:lstStyle/>
          <a:p>
            <a:r>
              <a:rPr lang="en-US" dirty="0"/>
              <a:t>Technical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60-F169-3441-5CC1-C0BE111A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52790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Student Result Management System</a:t>
            </a:r>
            <a:r>
              <a:rPr lang="en-US" dirty="0"/>
              <a:t> is implemented as a </a:t>
            </a:r>
            <a:r>
              <a:rPr lang="en-US" b="1" dirty="0"/>
              <a:t>Java-based desktop application</a:t>
            </a:r>
            <a:r>
              <a:rPr lang="en-US" dirty="0"/>
              <a:t>. </a:t>
            </a:r>
            <a:r>
              <a:rPr lang="en-US" b="1" dirty="0"/>
              <a:t>Java Swing and AWT</a:t>
            </a:r>
            <a:r>
              <a:rPr lang="en-US" dirty="0"/>
              <a:t> are used to develop the graphical user interface, including login forms, input forms, buttons, tables, and result-display screens.</a:t>
            </a:r>
          </a:p>
          <a:p>
            <a:r>
              <a:rPr lang="en-US" dirty="0"/>
              <a:t>The system uses </a:t>
            </a:r>
            <a:r>
              <a:rPr lang="en-US" b="1" dirty="0"/>
              <a:t>Java classes and object-oriented programming concepts</a:t>
            </a:r>
            <a:r>
              <a:rPr lang="en-US" dirty="0"/>
              <a:t> to implement the application logic. </a:t>
            </a:r>
            <a:r>
              <a:rPr lang="en-US" b="1" dirty="0"/>
              <a:t>Event handling</a:t>
            </a:r>
            <a:r>
              <a:rPr lang="en-US" dirty="0"/>
              <a:t> is used to respond to user actions such as button clicks and login operations.</a:t>
            </a:r>
          </a:p>
          <a:p>
            <a:r>
              <a:rPr lang="en-US" b="1" dirty="0"/>
              <a:t>MySQL</a:t>
            </a:r>
            <a:r>
              <a:rPr lang="en-US" dirty="0"/>
              <a:t> is used as the backend database to store student details and examination results. </a:t>
            </a:r>
            <a:r>
              <a:rPr lang="en-US" b="1" dirty="0"/>
              <a:t>JDBC (Java Database Connectivity)</a:t>
            </a:r>
            <a:r>
              <a:rPr lang="en-US" dirty="0"/>
              <a:t> provides communication between the Java application and the MySQL database. SQL operations are used to insert and retrieve student and result information.</a:t>
            </a:r>
          </a:p>
          <a:p>
            <a:r>
              <a:rPr lang="en-US" dirty="0"/>
              <a:t>The system is divided into </a:t>
            </a:r>
            <a:r>
              <a:rPr lang="en-US" b="1" dirty="0"/>
              <a:t>Admin and Student modules</a:t>
            </a:r>
            <a:r>
              <a:rPr lang="en-US" dirty="0"/>
              <a:t>. The Admin can manage student and result information, while students can log in and view their results. This integration of </a:t>
            </a:r>
            <a:r>
              <a:rPr lang="en-US" b="1" dirty="0"/>
              <a:t>Java, Swing/AWT, JDBC, SQL, and MySQL</a:t>
            </a:r>
            <a:r>
              <a:rPr lang="en-US" dirty="0"/>
              <a:t> provides the technical foundation of the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2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1FD0-F8D1-6E06-F187-FB021CAB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FA90-BFB1-1CE3-B63C-C1D9E2DD9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Student Result Management System</a:t>
            </a:r>
            <a:r>
              <a:rPr lang="en-US" dirty="0"/>
              <a:t> successfully provides a computerized solution for managing student information and examination results. The system uses </a:t>
            </a:r>
            <a:r>
              <a:rPr lang="en-US" b="1" dirty="0"/>
              <a:t>Java, Swing/AWT, JDBC, and MySQL</a:t>
            </a:r>
            <a:r>
              <a:rPr lang="en-US" dirty="0"/>
              <a:t> to provide an easy-to-use interface, database connectivity, and efficient data management. The separate </a:t>
            </a:r>
            <a:r>
              <a:rPr lang="en-US" b="1" dirty="0"/>
              <a:t>Admin and Student modules</a:t>
            </a:r>
            <a:r>
              <a:rPr lang="en-US" dirty="0"/>
              <a:t> simplify the process of entering, managing, and viewing results.</a:t>
            </a:r>
          </a:p>
          <a:p>
            <a:r>
              <a:rPr lang="en-US" dirty="0"/>
              <a:t>Overall, the project demonstrates the practical application of </a:t>
            </a:r>
            <a:r>
              <a:rPr lang="en-US" b="1" dirty="0"/>
              <a:t>Java programming, GUI development, database management, SQL, and JDBC connectivity</a:t>
            </a:r>
            <a:r>
              <a:rPr lang="en-US" dirty="0"/>
              <a:t>. It reduces manual work, improves accessibility of student records, and provides a foundation that can be further enhanced into a web or mobile-based result management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214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6D16-EC61-2CA8-77C8-573A585B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6" y="307061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1A3A52"/>
                </a:solidFill>
                <a:latin typeface="Calibri"/>
              </a:rPr>
              <a:t>THANK YOU</a:t>
            </a:r>
            <a:br>
              <a:rPr lang="en-IN" b="1" dirty="0">
                <a:solidFill>
                  <a:srgbClr val="1A3A52"/>
                </a:solidFill>
                <a:latin typeface="Calibri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5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415</Words>
  <Application>Microsoft Office PowerPoint</Application>
  <PresentationFormat>Widescreen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Project Design</vt:lpstr>
      <vt:lpstr>PowerPoint Presentation</vt:lpstr>
      <vt:lpstr>PowerPoint Presentation</vt:lpstr>
      <vt:lpstr>Technical Implementation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Mohit nandan reddy</cp:lastModifiedBy>
  <cp:revision>44</cp:revision>
  <dcterms:created xsi:type="dcterms:W3CDTF">2026-08-08T06:33:56Z</dcterms:created>
  <dcterms:modified xsi:type="dcterms:W3CDTF">2026-09-22T08:21:32Z</dcterms:modified>
</cp:coreProperties>
</file>